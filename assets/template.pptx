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0969625" cy="6170613"/>
  <p:notesSz cx="6858000" cy="9144000"/>
  <p:custDataLst>
    <p:tags r:id="rId9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336B7-7D20-4FB0-8C9A-E6A11996CF8D}" v="1" dt="2026-09-09T04:47:34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2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 Duy Hau (HcP/MFE1.12)" userId="6eb30602-bd2e-436c-9319-c15729979642" providerId="ADAL" clId="{B330342C-D34A-412D-87BD-35C425CB61EB}"/>
    <pc:docChg chg="custSel addSld delSld modSld">
      <pc:chgData name="Pham Duy Hau (HcP/MFE1.12)" userId="6eb30602-bd2e-436c-9319-c15729979642" providerId="ADAL" clId="{B330342C-D34A-412D-87BD-35C425CB61EB}" dt="2026-09-09T04:51:28.494" v="15" actId="1076"/>
      <pc:docMkLst>
        <pc:docMk/>
      </pc:docMkLst>
      <pc:sldChg chg="modSp mod">
        <pc:chgData name="Pham Duy Hau (HcP/MFE1.12)" userId="6eb30602-bd2e-436c-9319-c15729979642" providerId="ADAL" clId="{B330342C-D34A-412D-87BD-35C425CB61EB}" dt="2026-09-09T03:52:26.611" v="1" actId="20577"/>
        <pc:sldMkLst>
          <pc:docMk/>
          <pc:sldMk cId="1682505025" sldId="259"/>
        </pc:sldMkLst>
        <pc:spChg chg="mod">
          <ac:chgData name="Pham Duy Hau (HcP/MFE1.12)" userId="6eb30602-bd2e-436c-9319-c15729979642" providerId="ADAL" clId="{B330342C-D34A-412D-87BD-35C425CB61EB}" dt="2026-09-09T03:52:26.611" v="1" actId="20577"/>
          <ac:spMkLst>
            <pc:docMk/>
            <pc:sldMk cId="1682505025" sldId="259"/>
            <ac:spMk id="2" creationId="{CD7C27CA-DFF6-33D5-2F9A-323D633838B6}"/>
          </ac:spMkLst>
        </pc:spChg>
      </pc:sldChg>
      <pc:sldChg chg="addSp delSp modSp new mod">
        <pc:chgData name="Pham Duy Hau (HcP/MFE1.12)" userId="6eb30602-bd2e-436c-9319-c15729979642" providerId="ADAL" clId="{B330342C-D34A-412D-87BD-35C425CB61EB}" dt="2026-09-09T04:51:28.494" v="15" actId="1076"/>
        <pc:sldMkLst>
          <pc:docMk/>
          <pc:sldMk cId="481743509" sldId="260"/>
        </pc:sldMkLst>
        <pc:graphicFrameChg chg="add del mod">
          <ac:chgData name="Pham Duy Hau (HcP/MFE1.12)" userId="6eb30602-bd2e-436c-9319-c15729979642" providerId="ADAL" clId="{B330342C-D34A-412D-87BD-35C425CB61EB}" dt="2026-09-09T04:47:36.611" v="8" actId="478"/>
          <ac:graphicFrameMkLst>
            <pc:docMk/>
            <pc:sldMk cId="481743509" sldId="260"/>
            <ac:graphicFrameMk id="3" creationId="{CCF0EB28-0B5A-1B22-187F-75F236A50A82}"/>
          </ac:graphicFrameMkLst>
        </pc:graphicFrameChg>
        <pc:picChg chg="add mod">
          <ac:chgData name="Pham Duy Hau (HcP/MFE1.12)" userId="6eb30602-bd2e-436c-9319-c15729979642" providerId="ADAL" clId="{B330342C-D34A-412D-87BD-35C425CB61EB}" dt="2026-09-09T04:51:28.494" v="15" actId="1076"/>
          <ac:picMkLst>
            <pc:docMk/>
            <pc:sldMk cId="481743509" sldId="260"/>
            <ac:picMk id="5" creationId="{3F87A984-9E04-D4FF-3E0B-6AB1CFA486B1}"/>
          </ac:picMkLst>
        </pc:picChg>
      </pc:sldChg>
      <pc:sldChg chg="modSp new del mod">
        <pc:chgData name="Pham Duy Hau (HcP/MFE1.12)" userId="6eb30602-bd2e-436c-9319-c15729979642" providerId="ADAL" clId="{B330342C-D34A-412D-87BD-35C425CB61EB}" dt="2026-09-09T04:47:29.821" v="4" actId="47"/>
        <pc:sldMkLst>
          <pc:docMk/>
          <pc:sldMk cId="1644483208" sldId="260"/>
        </pc:sldMkLst>
        <pc:spChg chg="mod">
          <ac:chgData name="Pham Duy Hau (HcP/MFE1.12)" userId="6eb30602-bd2e-436c-9319-c15729979642" providerId="ADAL" clId="{B330342C-D34A-412D-87BD-35C425CB61EB}" dt="2026-09-09T04:47:27.828" v="3" actId="20577"/>
          <ac:spMkLst>
            <pc:docMk/>
            <pc:sldMk cId="1644483208" sldId="260"/>
            <ac:spMk id="2" creationId="{AE35AA2A-B164-654B-82CD-40F7885B55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15.09.2026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HcP/MFE1.11 | 2025-10-29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© Bosch Vietnam Co., Ltd. 2025.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Monitoring after 4M change implement for Element 30-12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547200" y="4241131"/>
            <a:ext cx="9268637" cy="910732"/>
          </a:xfrm>
        </p:spPr>
        <p:txBody>
          <a:bodyPr>
            <a:normAutofit/>
          </a:bodyPr>
          <a:lstStyle/>
          <a:p>
            <a:r>
              <a:rPr lang="en-US" dirty="0"/>
              <a:t>HcP/MFE1.1</a:t>
            </a:r>
          </a:p>
          <a:p>
            <a:r>
              <a:rPr lang="en-US" kern="0" dirty="0">
                <a:solidFill>
                  <a:srgbClr val="000000"/>
                </a:solidFill>
              </a:rPr>
              <a:t>Updated 8.Dec.2026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E5F818-3A3E-09D3-9918-71C68E9BC1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Data</a:t>
            </a:r>
            <a:endParaRPr lang="en-US" dirty="0"/>
          </a:p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Boxplot by Calendar Week (CW)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8F2F7F-BC4E-DEE1-03F1-8DECA7BF4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781" y="98"/>
            <a:ext cx="2643180" cy="2055600"/>
          </a:xfrm>
        </p:spPr>
        <p:txBody>
          <a:bodyPr/>
          <a:lstStyle/>
          <a:p>
            <a:r>
              <a:rPr lang="en-US" sz="5000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302165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8FB42-4BDD-3360-5340-3C1FD8792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435450-CCE0-D2C1-2138-165BB839C4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WtAvgEis2, 5, 14</a:t>
            </a:r>
            <a:endParaRPr lang="en-US" dirty="0"/>
          </a:p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Boxplot by Calendar Week (CW)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9CBB8A-1D49-998A-4AFA-0B8007DEC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781" y="98"/>
            <a:ext cx="2643180" cy="2055600"/>
          </a:xfrm>
        </p:spPr>
        <p:txBody>
          <a:bodyPr/>
          <a:lstStyle/>
          <a:p>
            <a:r>
              <a:rPr lang="en-US" sz="5000" dirty="0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3067867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2EBCD-B387-E01A-366D-86F13246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7C27CA-DFF6-33D5-2F9A-323D633838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WtAvgEis2, 5, 14</a:t>
            </a:r>
            <a:endParaRPr lang="en-US" dirty="0"/>
          </a:p>
          <a:p>
            <a:r>
              <a:rPr lang="en-US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Timeseries (Weighted Averages)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8535BF-77E6-D5EE-504D-074209CE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781" y="98"/>
            <a:ext cx="2643180" cy="2055600"/>
          </a:xfrm>
        </p:spPr>
        <p:txBody>
          <a:bodyPr/>
          <a:lstStyle/>
          <a:p>
            <a:r>
              <a:rPr lang="en-US" sz="5000" dirty="0"/>
              <a:t>Task 3</a:t>
            </a:r>
          </a:p>
        </p:txBody>
      </p:sp>
    </p:spTree>
    <p:extLst>
      <p:ext uri="{BB962C8B-B14F-4D97-AF65-F5344CB8AC3E}">
        <p14:creationId xmlns:p14="http://schemas.microsoft.com/office/powerpoint/2010/main" val="1682505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HcP/MFE1.11</OrgInhalt>
      <Wert>HcP/MFE1.11</Wert>
      <Platzhalter>False</Platzhalter>
      <DocDatenDialog>True</DocDatenDialog>
      <Label>Authoring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© Bosch Vietnam Co., Ltd. 2025. All rights reserved, also regarding any disposal, exploitation, reproduction, editing, distribution, as well as in the event of applications for industrial property rights.</OrgInhalt>
      <Wert>© Bosch Vietnam Co., Ltd. 2025.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2025-10-29</OrgInhalt>
      <Wert>2025-10-29</Wert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2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Props1.xml><?xml version="1.0" encoding="utf-8"?>
<ds:datastoreItem xmlns:ds="http://schemas.openxmlformats.org/officeDocument/2006/customXml" ds:itemID="{304CF217-3C90-4AA0-B541-CE45F9BD305E}">
  <ds:schemaRefs/>
</ds:datastoreItem>
</file>

<file path=customXml/itemProps2.xml><?xml version="1.0" encoding="utf-8"?>
<ds:datastoreItem xmlns:ds="http://schemas.openxmlformats.org/officeDocument/2006/customXml" ds:itemID="{D0252559-44F8-474C-B66D-E357B88E32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160</TotalTime>
  <Words>60</Words>
  <Application>Microsoft Office PowerPoint</Application>
  <PresentationFormat>Custom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Bosch Office Sans</vt:lpstr>
      <vt:lpstr>Calibri</vt:lpstr>
      <vt:lpstr>Cambria</vt:lpstr>
      <vt:lpstr>Symbol</vt:lpstr>
      <vt:lpstr>Wingdings</vt:lpstr>
      <vt:lpstr>Bosch 2024</vt:lpstr>
      <vt:lpstr>Monitoring after 4M change implement for Element 30-12</vt:lpstr>
      <vt:lpstr>Task 1</vt:lpstr>
      <vt:lpstr>Task 2</vt:lpstr>
      <vt:lpstr>Task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 Trong Vu (HcP/MFE1.11)</dc:creator>
  <cp:lastModifiedBy>Pham Duy Hau (HcP/MFE1.12)</cp:lastModifiedBy>
  <cp:revision>4</cp:revision>
  <dcterms:created xsi:type="dcterms:W3CDTF">2025-10-29T01:22:48Z</dcterms:created>
  <dcterms:modified xsi:type="dcterms:W3CDTF">2026-09-15T02:07:37Z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